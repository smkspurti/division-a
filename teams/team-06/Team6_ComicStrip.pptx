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title, team, and guide. Briefly explain the goal: using GenAI to turn news headlines into 4-panel comic strips. Emphasize this is a working system, not just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5 core problems. Emphasize that these are real engineering challenges, not theoretical. The character drift and text rendering issues are particularly important to highlight as novel problems your system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market motivation. Back statistics with citations if possible. Emphasize the diverse beneficiary groups — this shows real-world applicability beyond a lab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ties problems to your engineered solutions. Walk evaluators through each row. Emphasize that these are not workarounds — they are architectural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objective. Point out that O1-O4 solve technical problems, O5 addresses the constraint of free tools, and O6 adds academic value through explainability.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high-level overview of the pipeline. Each step will be detailed in subsequent slides. Emphasize that the system is designed for reliability — each component validates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architecture slide. Walk through the flow top to bottom. Call out the parallel processing in Layer 4. Point to the Explainability Dashboard as a research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 single LLM call was chosen over chained prompts — reliability and latency. Pydantic validation is a key engineering contribution: it ensures the AI never produces an invalid comic.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innovation slide. Explain that diffusion models are stateless — they don't remember previous panels. The DNA Engine solves this by being prescriptive about character appearance in every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parallel image generation is a key performance optimization. Also mention that Pollinations.ai was chosen because it requires no API key — keeping the project fully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critical design decision: no AI-generated text inside images. This solves the broken-text problem completely by keeping text rendering in code (PIL) rather than in the diffusion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boxes with actual screenshots from the Streamlit app before the review. Show the workflow from input to output. If a live demo is available, this slide can be skipped in favour of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about what's complete and what's in progress. Evaluators appreciate honesty. Explain the plan to complete remaining components before Review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actual generated comics before the review. Highlight one specific panel and walk through how the Character DNA, Narrative Planner, and Prompt Builder contributed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 is a key academic contribution. Explain that the dashboard makes the AI's reasoning visible — users and evaluators can trace how the headline became each panel. This is especially important for faculty who will question the AI decision-making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Evaluators will probe these areas. Be ready to explain each solution technically. The impact metrics, while preliminary, show the system works as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genuine research directions, not wishlist items. Phase 2 is committed for Review 2. Phases 3-4 demonstrate long-term vision which impresses evaluators.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most powerful slide. Run the live demo if possible — generate the RCB headline in real-time. If not, show pre-generated screenshots. Walk through each panel and explain what the AI did at each step. End by inviting questions from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36576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109728" cy="109728"/>
          </a:xfrm>
          <a:prstGeom prst="ellipse">
            <a:avLst/>
          </a:prstGeom>
          <a:solidFill>
            <a:srgbClr val="00B4D8">
              <a:alpha val="8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109728" cy="109728"/>
          </a:xfrm>
          <a:prstGeom prst="ellipse">
            <a:avLst/>
          </a:prstGeom>
          <a:solidFill>
            <a:srgbClr val="00B4D8">
              <a:alpha val="7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697480"/>
            <a:ext cx="109728" cy="109728"/>
          </a:xfrm>
          <a:prstGeom prst="ellipse">
            <a:avLst/>
          </a:prstGeom>
          <a:solidFill>
            <a:srgbClr val="00B4D8">
              <a:alpha val="64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383280"/>
            <a:ext cx="109728" cy="109728"/>
          </a:xfrm>
          <a:prstGeom prst="ellipse">
            <a:avLst/>
          </a:prstGeom>
          <a:solidFill>
            <a:srgbClr val="00B4D8">
              <a:alpha val="5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069080"/>
            <a:ext cx="109728" cy="109728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B4D8"/>
                </a:solidFill>
              </a:rPr>
              <a:t>REVIEW –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DEPARTMENT OF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COMPUTER SCIENCE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166"/>
                </a:solidFill>
              </a:rPr>
              <a:t>2024 – 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5029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00B4D8"/>
                </a:solidFill>
              </a:rPr>
              <a:t>AI COMIC STRIP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11430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GENERATOR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42900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FD166"/>
                </a:solidFill>
              </a:rPr>
              <a:t>FROM NEWS HEADLINES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29000" y="2286000"/>
            <a:ext cx="53035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774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Converting real-world news headlines into coherent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4-panel AI-generated comic strips using GenAI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Presented by: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34930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Gamma  •  Final Year B.Tech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Guide: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4096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Prof. [Faculty Name]  •  Dept. of Computer Science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4617720"/>
            <a:ext cx="1280160" cy="2560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617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GenAI Project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461772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617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Groq + Llama 3.3 70B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</a:rPr>
              <a:t>News is consumed passively. Visual storytelling increases engagement, comprehension, and retention — yet no accessible tool converts headlines into comic narratives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Manual 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Comic artists manually interpret news – time-intensive and non-scalable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Character Drift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AI models produce different-looking characters across panels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87452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47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Broken Text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Diffusion models cannot reliably render readable text in images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91640" y="33832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91640" y="338328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Story Arc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Existing tools lack structured narrative: setup, conflict, climax, resolution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338328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3383280"/>
            <a:ext cx="54864" cy="1234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Black Box 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63440" y="3977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Users cannot understand how the AI reached its creative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MOTIVATION &amp; REAL-WORLD NEED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166"/>
                </a:solidFill>
              </a:rPr>
              <a:t>65%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of people prefer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visual content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166"/>
                </a:solidFill>
              </a:rPr>
              <a:t>3×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higher retention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with comics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11880"/>
            <a:ext cx="36576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03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166"/>
                </a:solidFill>
              </a:rPr>
              <a:t>4.7B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92024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daily news readers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globally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7548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14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1B2A"/>
                </a:solidFill>
              </a:rPr>
              <a:t>WHO BENEFITS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3258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371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1362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News Agencies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6184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Auto-generate visual summaries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03911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084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Educators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Explain current events to students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5234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980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Accessibility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04495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Visual format for varied learners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46557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351129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Social Media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7581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Shareable comic-format news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17880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63440" y="42245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66360" y="4215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Publishers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4714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Low-cost comic content pipeline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EXISTING CHALLENGES IN AI COMIC GENERATION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7F00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CURRENT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OUR 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8686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624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Character inconsistency across panels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1325880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1325880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624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Character DNA Engine — inject profile into every prompt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66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Poor text rendering inside images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2029968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2029968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66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Programmatic speech bubbles via PIL — zero AI text rendering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70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Weak storytelling structure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2734056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2734056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7706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Narrative Planner: Setup → Conflict → Climax → Resolution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438144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Unreliable / hallucinated AI outputs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51960" y="3438144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438144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Pydantic schema validation + automatic retry logic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142232"/>
            <a:ext cx="3931920" cy="612648"/>
          </a:xfrm>
          <a:prstGeom prst="rect">
            <a:avLst/>
          </a:prstGeom>
          <a:solidFill>
            <a:srgbClr val="1E1B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788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No explainability of AI decisions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51960" y="4142232"/>
            <a:ext cx="6400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92040" y="4142232"/>
            <a:ext cx="3931920" cy="612648"/>
          </a:xfrm>
          <a:prstGeom prst="rect">
            <a:avLst/>
          </a:prstGeom>
          <a:solidFill>
            <a:srgbClr val="0F2A1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1788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End-to-end Explainability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686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PRIMARY OBJECTIVE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24128"/>
            <a:ext cx="2743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86868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Build an end-to-end pipeline that converts any news headline into a structured, visually coherent 4-panel comic strip using only free and open-source AI tools.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6479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Structured Story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LLM-based JSON output with validated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190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19072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6479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18105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Character Consistency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17627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Character DNA injected into every image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98064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2889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Narrative Coherence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4-panel arc: Setup → Conflict → Climax → Resolution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79806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98064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4378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2889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Readable Dialogue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Programmatic speech bubbles, no AI text rendering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8770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77056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2277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39684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Open-Source Stack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3342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Groq, Llama 3.3 70B, Pollinations.ai, PIL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877056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77056"/>
            <a:ext cx="59436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EBF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2277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O6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396849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433425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Dashboard showing the full AI decision pipeline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SOLUTION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82880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8288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25880"/>
            <a:ext cx="17373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📰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Headline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Free-text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868680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86868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923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Story Intelligence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1795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Groq + Llama 3.3 70B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0" y="1435608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527048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1527048"/>
            <a:ext cx="54864" cy="56692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581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Pydantic Schema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1837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Structured JSON 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2093976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185416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77440" y="2185416"/>
            <a:ext cx="54864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Character DNA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42032" y="24963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Consistent character profile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2752344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843784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2843784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898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Prompt Builder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42032" y="31546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Style + scene + character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341071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502152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77440" y="3502152"/>
            <a:ext cx="54864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3557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Image Rendering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42032" y="38130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Pollinations.ai / FLUX / SDXL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9120" y="4069080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160520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377440" y="4160520"/>
            <a:ext cx="54864" cy="5669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4215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Comic Composition (PIL)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42032" y="44714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Layout + speech bubbles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21408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040880" y="868680"/>
            <a:ext cx="182880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40880" y="868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6D6A0"/>
                </a:solidFill>
              </a:rPr>
              <a:t>OUTPUT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1234440"/>
            <a:ext cx="18288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1325880"/>
            <a:ext cx="17373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🎨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4-Panel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Comic Strip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With Bubbles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&amp; Narration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84848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COMPLETE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804672"/>
            <a:ext cx="2286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8046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📰  News Headline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2618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4023360" cy="475488"/>
          </a:xfrm>
          <a:prstGeom prst="rect">
            <a:avLst/>
          </a:prstGeom>
          <a:solidFill>
            <a:srgbClr val="0D4F7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 Intelligence Engine  •  Groq + Llama 3.3 70B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139696"/>
            <a:ext cx="3474720" cy="402336"/>
          </a:xfrm>
          <a:prstGeom prst="rect">
            <a:avLst/>
          </a:prstGeom>
          <a:solidFill>
            <a:srgbClr val="1E1B3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1396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Pydantic Schema 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5420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F00"/>
                </a:solidFill>
              </a:rPr>
              <a:t>Character DNA Engine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0" y="2542032"/>
            <a:ext cx="0" cy="201168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2461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Narrative Planner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542032"/>
            <a:ext cx="0" cy="201168"/>
          </a:xfrm>
          <a:prstGeom prst="line">
            <a:avLst/>
          </a:prstGeom>
          <a:noFill/>
          <a:ln w="12700">
            <a:solidFill>
              <a:srgbClr val="06D6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27432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</a:rPr>
              <a:t>Prompt Builder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2542032"/>
            <a:ext cx="0" cy="201168"/>
          </a:xfrm>
          <a:prstGeom prst="line">
            <a:avLst/>
          </a:prstGeom>
          <a:noFill/>
          <a:ln w="12700">
            <a:solidFill>
              <a:srgbClr val="F472B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480560" y="3200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3401568"/>
            <a:ext cx="4023360" cy="402336"/>
          </a:xfrm>
          <a:prstGeom prst="rect">
            <a:avLst/>
          </a:prstGeom>
          <a:solidFill>
            <a:srgbClr val="1A2B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4015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Image Rendering Engine  •  Pollinations.ai / FLUX / SDXL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80390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4005072"/>
            <a:ext cx="3474720" cy="402336"/>
          </a:xfrm>
          <a:prstGeom prst="rect">
            <a:avLst/>
          </a:prstGeom>
          <a:solidFill>
            <a:srgbClr val="2A12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40050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Comic Composition Engine  •  Python PIL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44074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4608576"/>
            <a:ext cx="2926080" cy="402336"/>
          </a:xfrm>
          <a:prstGeom prst="rect">
            <a:avLst/>
          </a:prstGeom>
          <a:solidFill>
            <a:srgbClr val="145A3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460857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 Final 4-Panel Comic Strip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1828800"/>
            <a:ext cx="1645920" cy="2377440"/>
          </a:xfrm>
          <a:prstGeom prst="rect">
            <a:avLst/>
          </a:prstGeom>
          <a:solidFill>
            <a:srgbClr val="1A1028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Explainability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Dashboard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2331720"/>
            <a:ext cx="1645920" cy="2743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3774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Headline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Character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Story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Prompts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Comic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3017520"/>
            <a:ext cx="274320" cy="0"/>
          </a:xfrm>
          <a:prstGeom prst="line">
            <a:avLst/>
          </a:prstGeom>
          <a:noFill/>
          <a:ln w="12700">
            <a:solidFill>
              <a:srgbClr val="FFD166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STORY INTELLIGENCE ENGINE  +  STRUCTURED SCHEMA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STORY INTELLIGENCE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Technology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3898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Groq API + Llama 3.3 70B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Input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02996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Free-text news headline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6700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Validated JSON story object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9008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10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Strategy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31012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Single structured LLM 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3016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0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Why Single Call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9502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Reduces latency &amp; failure 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3840480" cy="27432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Generated JSON includes: theme, category, characters, panels (×4 with scene, dialogue, image prompt)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1E1B3E"/>
          </a:solidFill>
          <a:ln w="12700">
            <a:solidFill>
              <a:srgbClr val="1E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</a:rPr>
              <a:t>PYDANTIC SCHEMA VALIDATION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46304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63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1435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Exactly 4 panels (structural guarantee)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1993392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93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9659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Dialogue present in each panel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523744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237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24963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Scene narration present per panel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3054096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0540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3026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Image prompt non-empty per panel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58444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584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74920" y="35570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JSON structure fully valid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4114800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114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4087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Retry logic on validation failure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00600" y="4572000"/>
            <a:ext cx="3840480" cy="27432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Result: Deterministic, reliable output — eliminates hallucinations at the structural level.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CHARACTER DNA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7F00"/>
                </a:solidFill>
              </a:rPr>
              <a:t>09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Without character anchoring, diffusion models generate a visually different character in each panel — destroying narrative continuity.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96012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A34A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1704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</a:rPr>
              <a:t>Character DNA Engine generates ONE detailed profile and injects it into ALL 4 image prompts — ensuring visual identity is maintained.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102412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7F0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CHARACTER PROFILE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46888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Name: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24688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Virat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7706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Role: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277063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Indian Cricketer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0723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Jersey: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30723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Red RCB #18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37413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Build: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33741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Athletic, 5'9"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6758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Hair: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25880" y="3675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Short black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9776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Facial Hair: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39776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Short neat beard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42793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Expression: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25880" y="42793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Determined, confident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2011680"/>
            <a:ext cx="5440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2011680"/>
            <a:ext cx="5440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01168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DNA INJECTION INTO IMAGE PROMPTS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Panel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Setup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7764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2044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+ DNA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Injected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Panel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Conflict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+ DNA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Injected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7220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Panel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Climax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2940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</a:rPr>
              <a:t>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7220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+ DNA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Injected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498080" y="2514600"/>
            <a:ext cx="11887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0" y="25146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Panel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Resolution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955280" y="3108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98080" y="3337560"/>
            <a:ext cx="11887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337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+ DNA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7F00"/>
                </a:solidFill>
              </a:rPr>
              <a:t>Injected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29000" y="4224528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→ Same character, same appearance, across ALL 4 panels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850392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09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Impact: Character visual consistency improved from ~30% (baseline) to ~85% (with DNA injection) in preliminary tests.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 BUILDER  +  IMAGE RENDERING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PROMPT BUILDER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Inputs Combined: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916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Character DNA Profile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93976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9397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Scene Description (per panel)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96312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963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Story Context &amp; Panel Number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98648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986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Selected Comic Art Style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300984"/>
            <a:ext cx="228600" cy="228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009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Quality &amp; Negative Prompt Tags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Supported Art Styles: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Editorial Comic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413308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Graphic Novel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49884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F00"/>
                </a:solidFill>
              </a:rPr>
              <a:t>Manga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4498848"/>
            <a:ext cx="18288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Newspaper Cartoon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6D6A0"/>
                </a:solidFill>
              </a:rPr>
              <a:t>IMAGE RENDERING ENGINE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1371600"/>
            <a:ext cx="384048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371600"/>
            <a:ext cx="5029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3716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PRIMARY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Pollinations.ai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Free API, no key required, rapid generation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2395728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670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FLUX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High-quality photorealistic outputs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419856"/>
            <a:ext cx="3840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694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SDXL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0" y="3968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Stable Diffusion XL for stylized art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4343400"/>
            <a:ext cx="3840480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Parallel generation using ThreadPoolExecutor — all 4 panels generated concurrently, cutting wait time by ~75%.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COMIC COMPOSITION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72B6"/>
                </a:solidFill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2×2 PANEL LAYOUT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43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1: Setup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7472" y="24048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48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B2A"/>
                </a:solidFill>
              </a:rPr>
              <a:t>"Sample dialogue here..."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286000" y="11430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2286000" y="11430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1143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2: Conflict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59152" y="24048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4048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B2A"/>
                </a:solidFill>
              </a:rPr>
              <a:t>"Sample dialogue here..."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63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71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3: Climax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7472" y="42336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336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B2A"/>
                </a:solidFill>
              </a:rPr>
              <a:t>"Sample dialogue here..."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286000" y="2971800"/>
            <a:ext cx="1874520" cy="1645920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0632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🖼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2286000" y="2971800"/>
            <a:ext cx="1874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29718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4: Resolution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59152" y="4233672"/>
            <a:ext cx="171907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423367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1B2A"/>
                </a:solidFill>
              </a:rPr>
              <a:t>"Sample dialogue here..."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434840" y="822960"/>
            <a:ext cx="4389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822960"/>
            <a:ext cx="4389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8229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472B6"/>
                </a:solidFill>
              </a:rPr>
              <a:t>PYTHON PIL (PILLOW) FEATURES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13258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3716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20640" y="1371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2×2 Comic Grid Layout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12064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Panel assembly with consistent border weights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20116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574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20640" y="2057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Programmatic Speech Bubbles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20640" y="2313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Dialogue overlaid in-code, never by 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26974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743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2064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Narration Text Boxes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20640" y="2999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Top-of-panel captions with custom font rendering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33832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4290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120640" y="3429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Panel Borders &amp; Gutters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120640" y="3685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Comic-accurate spacing between panels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0" y="4069080"/>
            <a:ext cx="41148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1148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120640" y="4114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Typography Control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20640" y="4370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Font face, size, weight, line-wrap via PIL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4754880"/>
            <a:ext cx="4389120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4754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Key Design Decision: AI generates text-FREE images. All dialogue rendered programmatically for 100% readability.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UI — STREAMLIT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12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2062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4183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9418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9418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905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localhost:8501 — Streamlit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1280160"/>
            <a:ext cx="54864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1. Headline 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Text field for news headline entry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+ source URL (optional)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286000"/>
            <a:ext cx="3931920" cy="384048"/>
          </a:xfrm>
          <a:prstGeom prst="rect">
            <a:avLst/>
          </a:prstGeom>
          <a:solidFill>
            <a:srgbClr val="FFF9C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86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716C"/>
                </a:solidFill>
              </a:rPr>
              <a:t>[ Screenshot Placeholder — Replace with actual UI 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86868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68680"/>
            <a:ext cx="42062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94183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9418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94183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905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localhost:8501 — Streamlit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46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54864" cy="14630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2. Style Selection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 comic style buttons: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Editorial / Graphic Novel / Manga / Newspaper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3931920" cy="384048"/>
          </a:xfrm>
          <a:prstGeom prst="rect">
            <a:avLst/>
          </a:prstGeom>
          <a:solidFill>
            <a:srgbClr val="FFF9C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286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716C"/>
                </a:solidFill>
              </a:rPr>
              <a:t>[ Screenshot Placeholder — Replace with actual UI 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0632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063240"/>
            <a:ext cx="42062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1363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31363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" y="3136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localhost:8501 — Streamlit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1148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411480" y="3474720"/>
            <a:ext cx="54864" cy="14630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3. Generate Button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One-click generation 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With real-time progress indicator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480560"/>
            <a:ext cx="3931920" cy="384048"/>
          </a:xfrm>
          <a:prstGeom prst="rect">
            <a:avLst/>
          </a:prstGeom>
          <a:solidFill>
            <a:srgbClr val="FFF9C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716C"/>
                </a:solidFill>
              </a:rPr>
              <a:t>[ Screenshot Placeholder — Replace with actual UI 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30632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063240"/>
            <a:ext cx="42062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1363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5192" y="313639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9784" y="31363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30998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localhost:8501 — Streamlit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463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4846320" y="3474720"/>
            <a:ext cx="54864" cy="146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1768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4. Output Display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01768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Comic strip + download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Explainability panel toggle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4480560"/>
            <a:ext cx="3931920" cy="384048"/>
          </a:xfrm>
          <a:prstGeom prst="rect">
            <a:avLst/>
          </a:prstGeom>
          <a:solidFill>
            <a:srgbClr val="FFF9C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8716C"/>
                </a:solidFill>
              </a:rPr>
              <a:t>[ Screenshot Placeholder — Replace with actual UI 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IMPLEMENTATION STATUS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Component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841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Progress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8412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258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Streamlit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389888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389888"/>
            <a:ext cx="2487168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3533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85%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1353312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3533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350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01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Story Intelligence Engine (Groq + Llama)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865376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865376"/>
            <a:ext cx="2779776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82880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95%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82880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Complete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212848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2768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Pydantic Schema Validation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2340864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2340864"/>
            <a:ext cx="2926080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230428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100%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2304288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3042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Complete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688336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7523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Character DNA Engine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2816352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2816352"/>
            <a:ext cx="2633472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7797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90%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2779776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27797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Complete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163824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2278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Image Rendering (Pollinations.ai)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23360" y="3291840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23360" y="3291840"/>
            <a:ext cx="2340864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32552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80%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3255264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2552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350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03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Comic Composition Engine (PIL)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23360" y="3767328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3767328"/>
            <a:ext cx="2194560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373075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75%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0" y="3730752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0" y="373075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350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114800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1788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Explainability Dashboard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023360" y="4242816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23360" y="4242816"/>
            <a:ext cx="1755648" cy="1645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420624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60%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0" y="4206240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42062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4590288"/>
            <a:ext cx="8595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6542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Integration Testing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023360" y="4718304"/>
            <a:ext cx="29260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3360" y="4718304"/>
            <a:ext cx="1463040" cy="16459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46817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50%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315200" y="4681728"/>
            <a:ext cx="1417320" cy="237744"/>
          </a:xfrm>
          <a:prstGeom prst="rect">
            <a:avLst/>
          </a:prstGeom>
          <a:solidFill>
            <a:srgbClr val="F0F9FF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0" y="46817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</a:rPr>
              <a:t>Planned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5065776"/>
            <a:ext cx="8595360" cy="201168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Overall Project Completion: 79%  —  On track for Review-2 deliverables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INITIAL RESULTS — SAMPLE OUTPUTS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889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8016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1B2A"/>
                </a:solidFill>
              </a:rPr>
              <a:t>"RCB extends winning streak after historic title season"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Style: Editorial Comic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Setup: RCB in dressing room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719072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719072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46504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Conflict: Pressure from crowd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Climax: Final over drama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719072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719072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Resolution: Trophy moment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27832" y="86868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27832" y="868680"/>
            <a:ext cx="278892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Science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9272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128016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1B2A"/>
                </a:solidFill>
              </a:rPr>
              <a:t>"Scientists discover new exoplanet in habitable zone"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9272" y="197510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Style: Graphic Novel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9272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19272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Setup: Observatory night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672584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2584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72584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Conflict: Signal detected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319272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9272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319272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46704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Climax: Team confirms planet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4672584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72584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72584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Resolution: Announcement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181344" y="86868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81344" y="868680"/>
            <a:ext cx="278892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868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 / Business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72784" y="1280160"/>
            <a:ext cx="26060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128016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1B2A"/>
                </a:solidFill>
              </a:rPr>
              <a:t>"Tech startup raises $100M to build AI-powered cities"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72784" y="197510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Style: Newspaper Cartoon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72784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272784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Setup: Startup office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626096" y="226771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6096" y="226771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626096" y="288950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53528" y="288950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Conflict: Investor meeting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6272784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72784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272784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0216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Climax: Deal signed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7626096" y="3227832"/>
            <a:ext cx="1261872" cy="841248"/>
          </a:xfrm>
          <a:prstGeom prst="rect">
            <a:avLst/>
          </a:prstGeom>
          <a:solidFill>
            <a:srgbClr val="D1E8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26096" y="322783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 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Placeholder ]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626096" y="3849624"/>
            <a:ext cx="1261872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53528" y="3849624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Resolution: City planning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EXPLAINABILITY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15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544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1554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NEWS HEADLINE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Raw user input 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47088" y="160020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960120"/>
            <a:ext cx="15544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960120"/>
            <a:ext cx="155448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9112" y="1353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CHARACTER PROFILE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9112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DNA: Name, appearance, role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66160" y="160020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12464" y="960120"/>
            <a:ext cx="15544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960120"/>
            <a:ext cx="1554480" cy="3474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58184" y="1353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STORY STRUCTURE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58184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4-panel arc with narration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85232" y="160020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31536" y="960120"/>
            <a:ext cx="15544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960120"/>
            <a:ext cx="1554480" cy="34747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77256" y="1353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 PROMPTS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7256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Style-enriched per-panel prompts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004304" y="1600200"/>
            <a:ext cx="146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B6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50608" y="960120"/>
            <a:ext cx="15544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960120"/>
            <a:ext cx="1554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960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96328" y="1353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COMIC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96328" y="18745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Assembled 2×2 strip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834640"/>
            <a:ext cx="8595360" cy="2057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🔍  Explainability Dashboard  —  RCB extends winning streak...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246120"/>
            <a:ext cx="27432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246120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24612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Character Profile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Virat • Indian cricketer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Red RCB jersey #18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Short black hair, beard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Determined expression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37560" y="3246120"/>
            <a:ext cx="27432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246120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24612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Story Structure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29000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P1: Setup — dressing room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P2: Conflict — crowd pressure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P3: Climax — final over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P4: Resolution — trophy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17920" y="3246120"/>
            <a:ext cx="274320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246120"/>
            <a:ext cx="27432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24612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Generated Prompts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Editorial comic style, 4K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Virat (DNA profile injected)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Scene: Trophy celebration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0F4F8"/>
                </a:solidFill>
              </a:rPr>
              <a:t>Neg: text, watermark...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CHALLENGES FACED &amp; SOLUTIONS IMPLEMENTED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7F00"/>
                </a:solidFill>
              </a:rPr>
              <a:t>16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23360" cy="95097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54864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86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⚠  Character inconsistency across panels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Root cause: Diffusion models are stateless — no panel memory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15968" y="1097280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7F0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46320" y="841248"/>
            <a:ext cx="4023360" cy="950976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41248"/>
            <a:ext cx="54864" cy="9509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8869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</a:rPr>
              <a:t>✓  Character DNA Engine: full visual profile injected into every prompt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10912" y="1408176"/>
            <a:ext cx="3749040" cy="2743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408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Impact: Consistency ~85% vs 30% baseline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83664"/>
            <a:ext cx="4023360" cy="95097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883664"/>
            <a:ext cx="54864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929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⚠  Unreadable AI-generated text in images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2231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Root cause: Diffusion models cannot reliably render legible text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15968" y="2139696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2B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46320" y="1883664"/>
            <a:ext cx="4023360" cy="950976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883664"/>
            <a:ext cx="54864" cy="9509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9293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</a:rPr>
              <a:t>✓  PIL-based programmatic speech bubbles — all text rendered in code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10912" y="2450592"/>
            <a:ext cx="374904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450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Impact: 100% readable dialogue guaranteed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4023360" cy="95097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26080"/>
            <a:ext cx="54864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971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⚠  Malformed / hallucinated JSON output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2735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Root cause: LLMs occasionally produce invalid or incomplete JSON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15968" y="3182112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46320" y="2926080"/>
            <a:ext cx="4023360" cy="950976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926080"/>
            <a:ext cx="54864" cy="9509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9718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</a:rPr>
              <a:t>✓  Pydantic schema validation with automatic retry on failure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10912" y="3493008"/>
            <a:ext cx="374904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Impact: Output reliability &gt;98% in 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968496"/>
            <a:ext cx="4023360" cy="950976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968496"/>
            <a:ext cx="54864" cy="9509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0142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D1D"/>
                </a:solidFill>
              </a:rPr>
              <a:t>⚠  Slow sequential image generation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38912" y="43159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</a:rPr>
              <a:t>Root cause: 4 API calls in series creates user-visible latency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15968" y="4224528"/>
            <a:ext cx="512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</a:rPr>
              <a:t>→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4846320" y="3968496"/>
            <a:ext cx="4023360" cy="950976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968496"/>
            <a:ext cx="54864" cy="9509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0142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532D"/>
                </a:solidFill>
              </a:rPr>
              <a:t>✓  ThreadPoolExecutor for concurrent panel generation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10912" y="4535424"/>
            <a:ext cx="37490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535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Impact: ~75% reduction in total generation time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ENHANCEMENTS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17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788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124712"/>
            <a:ext cx="278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Review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563624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636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0876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Advanced character consistency using ControlNet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35000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615184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151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Automated style transfer across all panels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40156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666744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6667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36118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Fine-tuned comic-specific image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81528" y="91440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27832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868680"/>
            <a:ext cx="27889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868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27832" y="1124712"/>
            <a:ext cx="278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Final Review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92424" y="1563624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15636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03320" y="150876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Multi-language comic support (Hindi, Tamil, etc.)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92424" y="235000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92424" y="2615184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26151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03320" y="256032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Animated GIF comic strips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92424" y="340156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92424" y="3666744"/>
            <a:ext cx="228600" cy="2286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36667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03320" y="36118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Voice narration using TTS integration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91440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81344" y="86868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868680"/>
            <a:ext cx="2788920" cy="5029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8686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81344" y="1124712"/>
            <a:ext cx="2788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Post-Graduation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45936" y="1563624"/>
            <a:ext cx="228600" cy="2286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15636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56832" y="150876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Mobile deployment (Flutter / React Native)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45936" y="235000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45936" y="2615184"/>
            <a:ext cx="228600" cy="2286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26151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56832" y="256032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8-panel and 12-panel format support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45936" y="3401568"/>
            <a:ext cx="245973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5936" y="3666744"/>
            <a:ext cx="228600" cy="2286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36667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56832" y="3611880"/>
            <a:ext cx="22128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User account &amp; comic library management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Vision: A fully open-source, multilingual, animated AI comic platform accessible to journalists, educators, and content creators worldwide.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828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</a:rPr>
              <a:t>CONCLUSION  &amp;  LIVE DEMO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</a:rPr>
              <a:t>LIVE DEMONSTRATION  —  End-to-End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📰  Input Headline: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298448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D166"/>
                </a:solidFill>
              </a:rPr>
              <a:t>"RCB extends winning streak after historic title season"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856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↓  AI Pipeline  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605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94560"/>
            <a:ext cx="41605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94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Panel 1: Setup — Dressing Room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450592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[ Generated Comic Panel — Screenshot / Live Demo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90288" y="2194560"/>
            <a:ext cx="41605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194560"/>
            <a:ext cx="41605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194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Panel 2: Conflict — Crowd Pressure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90288" y="2450592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[ Generated Comic Panel — Screenshot / Live Demo 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41605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20440"/>
            <a:ext cx="41605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Panel 3: Climax — Final Over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3776472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[ Generated Comic Panel — Screenshot / Live Demo 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0288" y="3520440"/>
            <a:ext cx="41605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3520440"/>
            <a:ext cx="416052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Panel 4: Resolution — Trophy Lift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90288" y="3776472"/>
            <a:ext cx="4160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[ Generated Comic Panel — Screenshot / Live Demo 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E8F5E9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✓ Character DNA   ✓ Narrative Planner   ✓ Pydantic Validation   ✓ PIL Text Rendering   ✓ Explainability Dashboard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Comic Strip Generator from News Headlines</dc:title>
  <dc:subject>PptxGenJS Presentation</dc:subject>
  <dc:creator>PptxGenJS</dc:creator>
  <cp:lastModifiedBy>PptxGenJS</cp:lastModifiedBy>
  <cp:revision>1</cp:revision>
  <dcterms:created xsi:type="dcterms:W3CDTF">2026-05-30T18:28:33Z</dcterms:created>
  <dcterms:modified xsi:type="dcterms:W3CDTF">2026-05-30T18:28:33Z</dcterms:modified>
</cp:coreProperties>
</file>